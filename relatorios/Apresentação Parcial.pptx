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6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h175048fa1d02c0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h175048fa1d02c0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2ef8e5b88ce11fd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2ef8e5b88ce11fd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175048fa1d02c05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175048fa1d02c05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175048fa1d02c05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h175048fa1d02c05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2ef8e5b88ce11fd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2ef8e5b88ce11fd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2ef8e5b88ce11fd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2ef8e5b88ce11fd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2ef8e5b88ce11fd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2ef8e5b88ce11fd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175048fa1d02c05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175048fa1d02c05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2ef8e5b88ce11fd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2ef8e5b88ce11fd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h2ef8e5b88ce11fd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h2ef8e5b88ce11fd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h2ef8e5b88ce11fd4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h2ef8e5b88ce11fd4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175048fa1d02c053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175048fa1d02c05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aws.amazon.com/pt/nosql/" TargetMode="External"/><Relationship Id="rId4" Type="http://schemas.openxmlformats.org/officeDocument/2006/relationships/hyperlink" Target="https://siga.ufrj.br/sira/temas/zire/frameConsultas.jsp?mainPage=/repositorio-curriculo/3BA3881A-92A4-F79C-3ACF-54A4AF7D2C8F.html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Planejador automático de Grade Hor</a:t>
            </a:r>
            <a:r>
              <a:rPr lang="pt-BR"/>
              <a:t>ária</a:t>
            </a:r>
            <a:r>
              <a:rPr lang="pt-BR"/>
              <a:t> usando AWS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Alunos:</a:t>
            </a:r>
            <a:r>
              <a:rPr lang="pt-BR"/>
              <a:t> Davi Mattos (DRE: 119133049) ; Victor Lima (DRE: 122178074)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Contexto e problema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30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gestão de uma trajetória acadêmica em cursos de exatas e tecnologia envolve um volume denso de regras institucionais. O planejamento manual frequentemente esbarra em: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Cadeias Complexas de Pré-requisitos:</a:t>
            </a:r>
            <a:r>
              <a:rPr lang="pt-BR"/>
              <a:t> O trancamento ou a reprovação em uma única disciplina de base (como Cálculos ou disciplinas com matemática densa) pode gerar um efeito cascata, atrasando múltiplos semestres.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Gestão de Equivalências:</a:t>
            </a:r>
            <a:r>
              <a:rPr lang="pt-BR"/>
              <a:t> Currículos que passam por reformas frequentemente deixam um rastro de códigos antigos e novos que confundem a verificação de requisitos já cumpridos.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/>
              <a:t>Conflitos de Carga Horária e Créditos:</a:t>
            </a:r>
            <a:r>
              <a:rPr lang="pt-BR"/>
              <a:t> A necessidade de balancear disciplinas teóricas, práticas e atividades de extensão dentro dos limites mínimos e máximos permitidos por período, a fim de evitar os “buracos na grade”.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Solução Proposta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8222100" cy="30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 sistema </a:t>
            </a:r>
            <a:r>
              <a:rPr lang="pt-BR"/>
              <a:t>orquestrador de regras de negócio acadêmicas, onde é recebido o boletim atual do estudante e as regras vigentes do curso, para gerar recomendações personalizadas de matrícula. O sistema é composto por: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Mapeador de Dependências (O "Grafo" Curricular):</a:t>
            </a:r>
            <a:r>
              <a:rPr lang="pt-BR"/>
              <a:t> Uma representação visual e lógica que entende exatamente quais matérias liberam quais outras, identificando os "gargalos" do curso — disciplinas que trancam a maior quantidade de caminhos futuros.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Motor de Resolução de Equivalências:</a:t>
            </a:r>
            <a:r>
              <a:rPr lang="pt-BR"/>
              <a:t> Um módulo que traduz automaticamente disciplinas cursadas sob currículos antigos para seus equivalentes modernos, garantindo que o progresso do aluno seja computado corretamente sem intervenção manual.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/>
              <a:t>Gerador de Cenários:</a:t>
            </a:r>
            <a:r>
              <a:rPr lang="pt-BR"/>
              <a:t> A capacidade de simular diferentes progressões semestrais. O sistema responde à pergunta: "Se eu puxar estas 5 disciplinas agora, como ficará minha grade nos próximos dois anos?"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Fluxo de Funcionamento e Arquitetura do Sistema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Ingestão de Dados do Aluno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(Upload do BOA)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226075" y="1465800"/>
            <a:ext cx="2808000" cy="35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Ação do Usuário:</a:t>
            </a:r>
            <a:r>
              <a:rPr lang="pt-BR"/>
              <a:t> O aluno faz o upload do seu Boletim de Orientação Acadêmica (BOA) em formato PDF.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/>
              <a:t>Ação do Sistema:</a:t>
            </a:r>
            <a:r>
              <a:rPr lang="pt-BR"/>
              <a:t> Um extrator de texto analisa o documento para mapear o histórico completo. O sistema classifica as disciplinas em: aprovadas, reprovadas, trancadas e em curso. Ao cruzar essas informações com a matriz curricular e a tabela de equivalências, o planejador cria um "perfil de elegibilidade", determinando exatamente quais matérias o aluno já está apto a cursar no próximo período.</a:t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8875" y="950400"/>
            <a:ext cx="5805125" cy="3242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Ingestão da Oferta do Semestre (Planilha Provisória)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Ação do Usuário/Administrador: </a:t>
            </a:r>
            <a:r>
              <a:rPr lang="pt-BR"/>
              <a:t>Alimentação do sistema com a planilha provisória de turmas disponibilizada pelo departamento.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/>
              <a:t>Ação do Sistema:</a:t>
            </a:r>
            <a:r>
              <a:rPr lang="pt-BR"/>
              <a:t> Os dados da planilha são convertidos em um banco de dados temporário de turmas, extraindo os códigos das disciplinas oferecidas, turmas, professores, horários e dias da semana.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Cruzamento e Montagem da Grade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226075" y="1465800"/>
            <a:ext cx="2808000" cy="35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</a:t>
            </a:r>
            <a:r>
              <a:rPr lang="pt-BR"/>
              <a:t>ase onde a inteligência do sistema atua, cruzando o que o aluno pode fazer com o que o departamento oferta.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Filtro de Viabilidade:</a:t>
            </a:r>
            <a:r>
              <a:rPr lang="pt-BR"/>
              <a:t> O sistema descarta da planilha provisória todas as disciplinas para as quais o aluno não tem os pré-requisitos cumpridos (ou cujos pré-requisitos não foram resolvidos por equivalências).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Detecção de Conflitos:</a:t>
            </a:r>
            <a:r>
              <a:rPr lang="pt-BR"/>
              <a:t> O algoritmo analisa a grade de horários (e.g., segundas e quartas das 08h às 10h) das disciplinas viáveis e identifica colisões. 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/>
              <a:t>Geração de Cenários:</a:t>
            </a:r>
            <a:r>
              <a:rPr lang="pt-BR"/>
              <a:t> O planejador monta e apresenta sugestões de grades horárias completas, livres de conflitos de horário.</a:t>
            </a:r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8875" y="950400"/>
            <a:ext cx="5805125" cy="3242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Implementação via AWS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AWS Data Pipeline</a:t>
            </a:r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975" y="799175"/>
            <a:ext cx="7554058" cy="421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Conclusão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Benefícios e Impacto Esperado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/>
              <a:t>A adoção do Planejador Automático elimina a tentativa e erro no momento da inscrição em disciplinas. Ao automatizar a verificação de regras, ele previne matrículas inválidas, reduz a evasão por frustração com a burocracia acadêmica e permite que o estudante foque estrategicamente em equilibrar sua carga de estudos. Trata-se de transformar um emaranhado de PDFs e planilhas em um roteiro claro e previsível de formação.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u="sng">
                <a:solidFill>
                  <a:schemeClr val="hlink"/>
                </a:solidFill>
                <a:hlinkClick r:id="rId3"/>
              </a:rPr>
              <a:t>Bancos de Dados NoSQL na AWS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u="sng">
                <a:solidFill>
                  <a:schemeClr val="hlink"/>
                </a:solidFill>
                <a:hlinkClick r:id="rId4"/>
              </a:rPr>
              <a:t>SiGA UFRJ - Curso de Graduação em Ciência da Computação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Amazon API Gateway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Amazon Lambda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Amazon Simple Storage Service (S3)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Amazon DynamoDB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Obrigado!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Perguntas?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